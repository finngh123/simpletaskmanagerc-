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311289" y="462038"/>
            <a:ext cx="12346534" cy="2646922"/>
          </a:xfrm>
        </p:spPr>
        <p:txBody>
          <a:bodyPr>
            <a:noAutofit/>
          </a:bodyPr>
          <a:lstStyle/>
          <a:p>
            <a:r>
              <a:rPr lang="ru-RU" sz="2800" b="1">
                <a:solidFill>
                  <a:schemeClr val="bg1"/>
                </a:solidFill>
              </a:rPr>
              <a:t>SimpleTaskManager — Сигурно управление на задачи и потребители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06982" y="5452533"/>
            <a:ext cx="7197726" cy="1405467"/>
          </a:xfrm>
        </p:spPr>
        <p:txBody>
          <a:bodyPr>
            <a:normAutofit/>
          </a:bodyPr>
          <a:lstStyle/>
          <a:p>
            <a:r>
              <a:rPr lang="bg-BG" sz="2800" smtClean="0">
                <a:solidFill>
                  <a:schemeClr val="bg1"/>
                </a:solidFill>
              </a:rPr>
              <a:t>От:Димитър П</a:t>
            </a:r>
            <a:r>
              <a:rPr lang="en-US" sz="2800" smtClean="0">
                <a:solidFill>
                  <a:schemeClr val="bg1"/>
                </a:solidFill>
              </a:rPr>
              <a:t>.</a:t>
            </a:r>
            <a:r>
              <a:rPr lang="bg-BG" sz="2800" smtClean="0">
                <a:solidFill>
                  <a:schemeClr val="bg1"/>
                </a:solidFill>
              </a:rPr>
              <a:t> Иванов</a:t>
            </a:r>
            <a:endParaRPr lang="en-US" sz="2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8082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89167" y="1802673"/>
            <a:ext cx="947057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3200" b="1" smtClean="0">
                <a:solidFill>
                  <a:schemeClr val="bg1"/>
                </a:solidFill>
              </a:rPr>
              <a:t>Цел на Проекта:</a:t>
            </a:r>
            <a:r>
              <a:rPr lang="en-US" sz="3200" b="1" smtClean="0">
                <a:solidFill>
                  <a:schemeClr val="bg1"/>
                </a:solidFill>
              </a:rPr>
              <a:t>  </a:t>
            </a:r>
            <a:r>
              <a:rPr lang="ru-RU" sz="3200" smtClean="0">
                <a:solidFill>
                  <a:schemeClr val="bg1"/>
                </a:solidFill>
              </a:rPr>
              <a:t>Създава</a:t>
            </a:r>
            <a:r>
              <a:rPr lang="en-US" sz="3200" smtClean="0">
                <a:solidFill>
                  <a:schemeClr val="bg1"/>
                </a:solidFill>
              </a:rPr>
              <a:t>ne na </a:t>
            </a:r>
            <a:r>
              <a:rPr lang="ru-RU" sz="3200" smtClean="0">
                <a:solidFill>
                  <a:schemeClr val="bg1"/>
                </a:solidFill>
              </a:rPr>
              <a:t> </a:t>
            </a:r>
            <a:r>
              <a:rPr lang="ru-RU" sz="3200">
                <a:solidFill>
                  <a:schemeClr val="bg1"/>
                </a:solidFill>
              </a:rPr>
              <a:t>система за управление на задачи и потребители, която защитава вътрешното състояние и позволява промени само през контролирани, валидирани методи</a:t>
            </a:r>
            <a:r>
              <a:rPr lang="ru-RU" sz="3200" smtClean="0">
                <a:solidFill>
                  <a:schemeClr val="bg1"/>
                </a:solidFill>
              </a:rPr>
              <a:t>.</a:t>
            </a:r>
            <a:endParaRPr lang="en-US" sz="320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2408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61257" y="248194"/>
            <a:ext cx="947057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3200">
                <a:solidFill>
                  <a:schemeClr val="bg1"/>
                </a:solidFill>
              </a:rPr>
              <a:t>Архитектура и </a:t>
            </a:r>
            <a:r>
              <a:rPr lang="bg-BG" sz="3200" smtClean="0">
                <a:solidFill>
                  <a:schemeClr val="bg1"/>
                </a:solidFill>
              </a:rPr>
              <a:t>принципи</a:t>
            </a:r>
            <a:r>
              <a:rPr lang="en-US" sz="3200" smtClean="0">
                <a:solidFill>
                  <a:schemeClr val="bg1"/>
                </a:solidFill>
              </a:rPr>
              <a:t>:</a:t>
            </a:r>
          </a:p>
          <a:p>
            <a:endParaRPr lang="en-US" sz="3200" smtClean="0">
              <a:solidFill>
                <a:schemeClr val="bg1"/>
              </a:solidFill>
            </a:endParaRPr>
          </a:p>
          <a:p>
            <a:endParaRPr lang="ru-RU" sz="3200">
              <a:solidFill>
                <a:schemeClr val="bg1"/>
              </a:solidFill>
            </a:endParaRPr>
          </a:p>
          <a:p>
            <a:r>
              <a:rPr lang="ru-RU" sz="2800" b="1" smtClean="0">
                <a:solidFill>
                  <a:schemeClr val="bg1"/>
                </a:solidFill>
              </a:rPr>
              <a:t>Свойства </a:t>
            </a:r>
            <a:r>
              <a:rPr lang="ru-RU" sz="2800" b="1">
                <a:solidFill>
                  <a:schemeClr val="bg1"/>
                </a:solidFill>
              </a:rPr>
              <a:t>без public set</a:t>
            </a:r>
            <a:r>
              <a:rPr lang="ru-RU" sz="2800">
                <a:solidFill>
                  <a:schemeClr val="bg1"/>
                </a:solidFill>
              </a:rPr>
              <a:t> за публично четене само.</a:t>
            </a:r>
          </a:p>
          <a:p>
            <a:r>
              <a:rPr lang="ru-RU" sz="2800" b="1">
                <a:solidFill>
                  <a:schemeClr val="bg1"/>
                </a:solidFill>
              </a:rPr>
              <a:t>IReadOnlyList</a:t>
            </a:r>
            <a:r>
              <a:rPr lang="ru-RU" sz="2800">
                <a:solidFill>
                  <a:schemeClr val="bg1"/>
                </a:solidFill>
              </a:rPr>
              <a:t> </a:t>
            </a:r>
            <a:r>
              <a:rPr lang="bg-BG" sz="2800" smtClean="0">
                <a:solidFill>
                  <a:schemeClr val="bg1"/>
                </a:solidFill>
              </a:rPr>
              <a:t>за </a:t>
            </a:r>
            <a:r>
              <a:rPr lang="ru-RU" sz="2800" smtClean="0">
                <a:solidFill>
                  <a:schemeClr val="bg1"/>
                </a:solidFill>
              </a:rPr>
              <a:t>връщане </a:t>
            </a:r>
            <a:r>
              <a:rPr lang="ru-RU" sz="2800">
                <a:solidFill>
                  <a:schemeClr val="bg1"/>
                </a:solidFill>
              </a:rPr>
              <a:t>на колекции.</a:t>
            </a:r>
          </a:p>
          <a:p>
            <a:r>
              <a:rPr lang="ru-RU" sz="2800" b="1">
                <a:solidFill>
                  <a:schemeClr val="bg1"/>
                </a:solidFill>
              </a:rPr>
              <a:t>UserService</a:t>
            </a:r>
            <a:r>
              <a:rPr lang="ru-RU" sz="2800">
                <a:solidFill>
                  <a:schemeClr val="bg1"/>
                </a:solidFill>
              </a:rPr>
              <a:t> централизира управлението на потребители и системни задачи.</a:t>
            </a:r>
          </a:p>
          <a:p>
            <a:endParaRPr lang="en-US" sz="320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57" y="4351541"/>
            <a:ext cx="6020640" cy="229584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7123611" y="6960222"/>
            <a:ext cx="3010320" cy="54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132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4320" y="169816"/>
            <a:ext cx="947057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3200">
                <a:solidFill>
                  <a:schemeClr val="bg1"/>
                </a:solidFill>
              </a:rPr>
              <a:t>Демонстрация </a:t>
            </a:r>
            <a:r>
              <a:rPr lang="bg-BG" sz="3200" smtClean="0">
                <a:solidFill>
                  <a:schemeClr val="bg1"/>
                </a:solidFill>
              </a:rPr>
              <a:t>стъпки</a:t>
            </a:r>
            <a:r>
              <a:rPr lang="en-US" sz="3200" smtClean="0">
                <a:solidFill>
                  <a:schemeClr val="bg1"/>
                </a:solidFill>
              </a:rPr>
              <a:t>:</a:t>
            </a:r>
          </a:p>
          <a:p>
            <a:endParaRPr lang="en-US" sz="3200" smtClean="0">
              <a:solidFill>
                <a:schemeClr val="bg1"/>
              </a:solidFill>
            </a:endParaRPr>
          </a:p>
          <a:p>
            <a:r>
              <a:rPr lang="bg-BG" sz="3200" b="1" smtClean="0">
                <a:solidFill>
                  <a:schemeClr val="bg1"/>
                </a:solidFill>
              </a:rPr>
              <a:t>1</a:t>
            </a:r>
            <a:r>
              <a:rPr lang="bg-BG" sz="3200" smtClean="0">
                <a:solidFill>
                  <a:schemeClr val="bg1"/>
                </a:solidFill>
              </a:rPr>
              <a:t> </a:t>
            </a:r>
            <a:r>
              <a:rPr lang="en-US" sz="3200">
                <a:solidFill>
                  <a:schemeClr val="bg1"/>
                </a:solidFill>
              </a:rPr>
              <a:t>List users </a:t>
            </a:r>
            <a:r>
              <a:rPr lang="bg-BG" sz="3200">
                <a:solidFill>
                  <a:schemeClr val="bg1"/>
                </a:solidFill>
              </a:rPr>
              <a:t>и вземи </a:t>
            </a:r>
            <a:r>
              <a:rPr lang="en-US" sz="3200">
                <a:solidFill>
                  <a:schemeClr val="bg1"/>
                </a:solidFill>
              </a:rPr>
              <a:t>Id</a:t>
            </a:r>
            <a:r>
              <a:rPr lang="en-US" sz="3200" smtClean="0">
                <a:solidFill>
                  <a:schemeClr val="bg1"/>
                </a:solidFill>
              </a:rPr>
              <a:t>.</a:t>
            </a:r>
          </a:p>
          <a:p>
            <a:r>
              <a:rPr lang="bg-BG" sz="3200" b="1" smtClean="0">
                <a:solidFill>
                  <a:schemeClr val="bg1"/>
                </a:solidFill>
              </a:rPr>
              <a:t>2</a:t>
            </a:r>
            <a:r>
              <a:rPr lang="bg-BG" sz="3200" smtClean="0">
                <a:solidFill>
                  <a:schemeClr val="bg1"/>
                </a:solidFill>
              </a:rPr>
              <a:t> </a:t>
            </a:r>
            <a:r>
              <a:rPr lang="en-US" sz="3200">
                <a:solidFill>
                  <a:schemeClr val="bg1"/>
                </a:solidFill>
              </a:rPr>
              <a:t>Create student </a:t>
            </a:r>
            <a:r>
              <a:rPr lang="bg-BG" sz="3200">
                <a:solidFill>
                  <a:schemeClr val="bg1"/>
                </a:solidFill>
              </a:rPr>
              <a:t>и </a:t>
            </a:r>
            <a:r>
              <a:rPr lang="bg-BG" sz="3200" smtClean="0">
                <a:solidFill>
                  <a:schemeClr val="bg1"/>
                </a:solidFill>
              </a:rPr>
              <a:t>виж</a:t>
            </a:r>
            <a:r>
              <a:rPr lang="en-US" sz="3200" smtClean="0">
                <a:solidFill>
                  <a:schemeClr val="bg1"/>
                </a:solidFill>
              </a:rPr>
              <a:t> Students created. Id.</a:t>
            </a:r>
          </a:p>
          <a:p>
            <a:r>
              <a:rPr lang="ru-RU" sz="3200" b="1" smtClean="0">
                <a:solidFill>
                  <a:schemeClr val="bg1"/>
                </a:solidFill>
              </a:rPr>
              <a:t>3</a:t>
            </a:r>
            <a:r>
              <a:rPr lang="ru-RU" sz="3200" smtClean="0">
                <a:solidFill>
                  <a:schemeClr val="bg1"/>
                </a:solidFill>
              </a:rPr>
              <a:t> </a:t>
            </a:r>
            <a:r>
              <a:rPr lang="ru-RU" sz="3200">
                <a:solidFill>
                  <a:schemeClr val="bg1"/>
                </a:solidFill>
              </a:rPr>
              <a:t>Create task и виж</a:t>
            </a:r>
            <a:r>
              <a:rPr lang="en-US" sz="3200">
                <a:solidFill>
                  <a:schemeClr val="bg1"/>
                </a:solidFill>
              </a:rPr>
              <a:t> Students created. Id.</a:t>
            </a:r>
          </a:p>
          <a:p>
            <a:r>
              <a:rPr lang="bg-BG" sz="3200" b="1" smtClean="0">
                <a:solidFill>
                  <a:schemeClr val="bg1"/>
                </a:solidFill>
              </a:rPr>
              <a:t>4</a:t>
            </a:r>
            <a:r>
              <a:rPr lang="bg-BG" sz="3200" smtClean="0">
                <a:solidFill>
                  <a:schemeClr val="bg1"/>
                </a:solidFill>
              </a:rPr>
              <a:t> </a:t>
            </a:r>
            <a:r>
              <a:rPr lang="en-US" sz="3200">
                <a:solidFill>
                  <a:schemeClr val="bg1"/>
                </a:solidFill>
              </a:rPr>
              <a:t>Add task to user </a:t>
            </a:r>
            <a:r>
              <a:rPr lang="bg-BG" sz="3200">
                <a:solidFill>
                  <a:schemeClr val="bg1"/>
                </a:solidFill>
              </a:rPr>
              <a:t>и виж успех</a:t>
            </a:r>
            <a:r>
              <a:rPr lang="bg-BG" sz="3200" smtClean="0">
                <a:solidFill>
                  <a:schemeClr val="bg1"/>
                </a:solidFill>
              </a:rPr>
              <a:t>.</a:t>
            </a:r>
            <a:endParaRPr lang="en-US" sz="3200" smtClean="0">
              <a:solidFill>
                <a:schemeClr val="bg1"/>
              </a:solidFill>
            </a:endParaRPr>
          </a:p>
          <a:p>
            <a:r>
              <a:rPr lang="ru-RU" sz="3200" b="1" smtClean="0">
                <a:solidFill>
                  <a:schemeClr val="bg1"/>
                </a:solidFill>
              </a:rPr>
              <a:t>5</a:t>
            </a:r>
            <a:r>
              <a:rPr lang="ru-RU" sz="3200" smtClean="0">
                <a:solidFill>
                  <a:schemeClr val="bg1"/>
                </a:solidFill>
              </a:rPr>
              <a:t> </a:t>
            </a:r>
            <a:r>
              <a:rPr lang="ru-RU" sz="3200">
                <a:solidFill>
                  <a:schemeClr val="bg1"/>
                </a:solidFill>
              </a:rPr>
              <a:t>Mark task done и </a:t>
            </a:r>
            <a:r>
              <a:rPr lang="ru-RU" sz="3200" smtClean="0">
                <a:solidFill>
                  <a:schemeClr val="bg1"/>
                </a:solidFill>
              </a:rPr>
              <a:t>провери</a:t>
            </a:r>
            <a:r>
              <a:rPr lang="en-US" sz="3200" smtClean="0">
                <a:solidFill>
                  <a:schemeClr val="bg1"/>
                </a:solidFill>
              </a:rPr>
              <a:t> [X]</a:t>
            </a:r>
          </a:p>
          <a:p>
            <a:endParaRPr lang="en-US" sz="3200" smtClean="0"/>
          </a:p>
          <a:p>
            <a:endParaRPr lang="en-US" sz="3200" smtClean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9207" y="2973566"/>
            <a:ext cx="4505954" cy="375856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864" y="3685875"/>
            <a:ext cx="4077269" cy="233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061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8671" y="0"/>
            <a:ext cx="936606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3200" smtClean="0">
                <a:solidFill>
                  <a:schemeClr val="bg1"/>
                </a:solidFill>
              </a:rPr>
              <a:t>Част от задачата</a:t>
            </a:r>
          </a:p>
          <a:p>
            <a:endParaRPr lang="bg-BG" sz="3200" smtClean="0">
              <a:solidFill>
                <a:schemeClr val="bg1"/>
              </a:solidFill>
            </a:endParaRPr>
          </a:p>
          <a:p>
            <a:r>
              <a:rPr lang="ru-RU" sz="2800">
                <a:solidFill>
                  <a:schemeClr val="bg1"/>
                </a:solidFill>
              </a:rPr>
              <a:t>UserService управлява данните; Program само извиква методи</a:t>
            </a:r>
            <a:r>
              <a:rPr lang="ru-RU" sz="2800" smtClean="0">
                <a:solidFill>
                  <a:schemeClr val="bg1"/>
                </a:solidFill>
              </a:rPr>
              <a:t>.</a:t>
            </a:r>
          </a:p>
          <a:p>
            <a:r>
              <a:rPr lang="ru-RU" sz="2800">
                <a:solidFill>
                  <a:schemeClr val="bg1"/>
                </a:solidFill>
              </a:rPr>
              <a:t>Полетата са </a:t>
            </a:r>
            <a:r>
              <a:rPr lang="ru-RU" sz="2800" smtClean="0">
                <a:solidFill>
                  <a:schemeClr val="bg1"/>
                </a:solidFill>
              </a:rPr>
              <a:t>p</a:t>
            </a:r>
            <a:r>
              <a:rPr lang="en-US" sz="2800" smtClean="0">
                <a:solidFill>
                  <a:schemeClr val="bg1"/>
                </a:solidFill>
              </a:rPr>
              <a:t>ublic</a:t>
            </a:r>
            <a:r>
              <a:rPr lang="ru-RU" sz="2800" smtClean="0">
                <a:solidFill>
                  <a:schemeClr val="bg1"/>
                </a:solidFill>
              </a:rPr>
              <a:t>;</a:t>
            </a:r>
            <a:r>
              <a:rPr lang="en-US" sz="2800" smtClean="0">
                <a:solidFill>
                  <a:schemeClr val="bg1"/>
                </a:solidFill>
              </a:rPr>
              <a:t> </a:t>
            </a:r>
            <a:r>
              <a:rPr lang="ru-RU" sz="2800">
                <a:solidFill>
                  <a:schemeClr val="bg1"/>
                </a:solidFill>
              </a:rPr>
              <a:t>поле на клас, достъпно директно от външен </a:t>
            </a:r>
            <a:r>
              <a:rPr lang="ru-RU" sz="2800">
                <a:solidFill>
                  <a:schemeClr val="bg1"/>
                </a:solidFill>
              </a:rPr>
              <a:t>код</a:t>
            </a:r>
            <a:r>
              <a:rPr lang="ru-RU" sz="2800" smtClean="0">
                <a:solidFill>
                  <a:schemeClr val="bg1"/>
                </a:solidFill>
              </a:rPr>
              <a:t>.</a:t>
            </a:r>
            <a:endParaRPr lang="en-US" sz="2800" smtClean="0">
              <a:solidFill>
                <a:schemeClr val="bg1"/>
              </a:solidFill>
            </a:endParaRPr>
          </a:p>
          <a:p>
            <a:r>
              <a:rPr lang="ru-RU" sz="2800" smtClean="0">
                <a:solidFill>
                  <a:schemeClr val="bg1"/>
                </a:solidFill>
              </a:rPr>
              <a:t> .</a:t>
            </a:r>
            <a:r>
              <a:rPr lang="en-US" sz="2800" b="1" smtClean="0">
                <a:solidFill>
                  <a:schemeClr val="bg1"/>
                </a:solidFill>
              </a:rPr>
              <a:t>IsCompleted </a:t>
            </a:r>
            <a:r>
              <a:rPr lang="bg-BG" sz="2800" b="1">
                <a:solidFill>
                  <a:schemeClr val="bg1"/>
                </a:solidFill>
              </a:rPr>
              <a:t>се променя само чрез </a:t>
            </a:r>
            <a:r>
              <a:rPr lang="en-US" sz="2800" b="1">
                <a:solidFill>
                  <a:schemeClr val="bg1"/>
                </a:solidFill>
              </a:rPr>
              <a:t>MarkCompleted</a:t>
            </a:r>
            <a:r>
              <a:rPr lang="en-US" sz="2800" b="1" smtClean="0">
                <a:solidFill>
                  <a:schemeClr val="bg1"/>
                </a:solidFill>
              </a:rPr>
              <a:t>().</a:t>
            </a:r>
            <a:endParaRPr lang="bg-BG" sz="2800" smtClean="0">
              <a:solidFill>
                <a:schemeClr val="bg1"/>
              </a:solidFill>
            </a:endParaRPr>
          </a:p>
          <a:p>
            <a:endParaRPr lang="bg-BG" sz="2800">
              <a:solidFill>
                <a:schemeClr val="bg1"/>
              </a:solidFill>
            </a:endParaRPr>
          </a:p>
          <a:p>
            <a:endParaRPr lang="en-US" sz="280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671" y="3722914"/>
            <a:ext cx="8764223" cy="2952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003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93223" y="1319349"/>
            <a:ext cx="83863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3600">
                <a:solidFill>
                  <a:schemeClr val="bg1"/>
                </a:solidFill>
              </a:rPr>
              <a:t>Заключение</a:t>
            </a:r>
            <a:endParaRPr lang="en-US" sz="360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01337" y="2429692"/>
            <a:ext cx="1035884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>
                <a:solidFill>
                  <a:schemeClr val="bg1"/>
                </a:solidFill>
              </a:rPr>
              <a:t>Какво прави задачата:</a:t>
            </a:r>
            <a:r>
              <a:rPr lang="ru-RU" sz="2800">
                <a:solidFill>
                  <a:schemeClr val="bg1"/>
                </a:solidFill>
              </a:rPr>
              <a:t> Управлява потребители и задачи чрез капсулирани модели </a:t>
            </a:r>
            <a:r>
              <a:rPr lang="ru-RU" sz="2800" smtClean="0">
                <a:solidFill>
                  <a:schemeClr val="bg1"/>
                </a:solidFill>
              </a:rPr>
              <a:t>и централен</a:t>
            </a:r>
            <a:r>
              <a:rPr lang="en-US" sz="2800" smtClean="0">
                <a:solidFill>
                  <a:schemeClr val="bg1"/>
                </a:solidFill>
              </a:rPr>
              <a:t> UserService.</a:t>
            </a:r>
            <a:r>
              <a:rPr lang="ru-RU" sz="2800" smtClean="0">
                <a:solidFill>
                  <a:schemeClr val="bg1"/>
                </a:solidFill>
              </a:rPr>
              <a:t> </a:t>
            </a:r>
          </a:p>
          <a:p>
            <a:endParaRPr lang="en-US" sz="2800" smtClean="0">
              <a:solidFill>
                <a:schemeClr val="bg1"/>
              </a:solidFill>
            </a:endParaRPr>
          </a:p>
          <a:p>
            <a:r>
              <a:rPr lang="ru-RU" sz="2800" b="1">
                <a:solidFill>
                  <a:schemeClr val="bg1"/>
                </a:solidFill>
              </a:rPr>
              <a:t>Защо е важно:</a:t>
            </a:r>
            <a:r>
              <a:rPr lang="ru-RU" sz="2800">
                <a:solidFill>
                  <a:schemeClr val="bg1"/>
                </a:solidFill>
              </a:rPr>
              <a:t> Скриването на вътрешното състояние и валидирането при </a:t>
            </a:r>
            <a:r>
              <a:rPr lang="ru-RU" sz="2800" smtClean="0">
                <a:solidFill>
                  <a:schemeClr val="bg1"/>
                </a:solidFill>
              </a:rPr>
              <a:t>създаване</a:t>
            </a:r>
            <a:r>
              <a:rPr lang="en-US" sz="2800" smtClean="0">
                <a:solidFill>
                  <a:schemeClr val="bg1"/>
                </a:solidFill>
              </a:rPr>
              <a:t> </a:t>
            </a:r>
            <a:r>
              <a:rPr lang="ru-RU" sz="2800">
                <a:solidFill>
                  <a:schemeClr val="bg1"/>
                </a:solidFill>
              </a:rPr>
              <a:t>предотвратяват грешки и улесняват поддръжката</a:t>
            </a:r>
            <a:r>
              <a:rPr lang="ru-RU" sz="2800" smtClean="0">
                <a:solidFill>
                  <a:schemeClr val="bg1"/>
                </a:solidFill>
              </a:rPr>
              <a:t>.</a:t>
            </a:r>
          </a:p>
          <a:p>
            <a:endParaRPr lang="en-US" sz="280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6952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90504" y="2560319"/>
            <a:ext cx="94705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4400" smtClean="0">
                <a:solidFill>
                  <a:schemeClr val="bg1"/>
                </a:solidFill>
              </a:rPr>
              <a:t>Благодаря за Вниманието!</a:t>
            </a:r>
            <a:endParaRPr lang="en-US" sz="440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12943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102</TotalTime>
  <Words>191</Words>
  <Application>Microsoft Office PowerPoint</Application>
  <PresentationFormat>Widescreen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Celestial</vt:lpstr>
      <vt:lpstr>SimpleTaskManager — Сигурно управление на задачи и потребители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Проект:SimpleTaskManager</dc:title>
  <dc:creator>dzi_23</dc:creator>
  <cp:lastModifiedBy>dzi_23</cp:lastModifiedBy>
  <cp:revision>9</cp:revision>
  <dcterms:created xsi:type="dcterms:W3CDTF">2026-02-03T08:14:32Z</dcterms:created>
  <dcterms:modified xsi:type="dcterms:W3CDTF">2026-02-03T10:37:59Z</dcterms:modified>
</cp:coreProperties>
</file>